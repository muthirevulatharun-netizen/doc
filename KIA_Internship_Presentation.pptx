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Error Detection &amp;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Monitoring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Body Shop for MQ4i Vehicle Production at KIA India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" y="3977640"/>
            <a:ext cx="2011680" cy="0"/>
          </a:xfrm>
          <a:prstGeom prst="line">
            <a:avLst/>
          </a:prstGeom>
          <a:noFill/>
          <a:ln w="25400">
            <a:solidFill>
              <a:srgbClr val="F2A1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0624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Muthirevula Tharun Reddy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24691A32S8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CSE (Data Science)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Madanapalle Institute of Technology &amp; Science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172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 INDIA PRIVATE LIMITED  •  BODY SHOP DEPARTMENT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KIA India Private Limited — Body Shop Department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F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260604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300K+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vehicle production capacity at the Anantapur plant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10712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F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10712" y="1874520"/>
            <a:ext cx="260604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23774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639312" y="37033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on-site in the Body Shop (May 21 – Jun 29, 2026)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72784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F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874520"/>
            <a:ext cx="260604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23774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6501384" y="37033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supported: the upcoming MQ4i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34856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B1F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34856" y="1874520"/>
            <a:ext cx="260604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134856" y="2377440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9363456" y="370332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fault types observed &amp; diagnosed on the line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placement in the Body Shop was designed to achieve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019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complete Body Shop production process end to end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190195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86600" y="18288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robotic welding and automated body-assembly operations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834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Zig sensors and conveyor systems in real time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0" y="290779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907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086600" y="283464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robotic faults and sensor-related production errors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3840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engineers in troubleshooting live production issues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0" y="39136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913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86600" y="38404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safety procedures for working around industrial robots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Shop Production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stamped panels to a finished, painted vehicle body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8076" y="237744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08076" y="23774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Shop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99716" y="271576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464308" y="237744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F2A104"/>
          </a:solidFill>
          <a:ln/>
        </p:spPr>
      </p:sp>
      <p:sp>
        <p:nvSpPr>
          <p:cNvPr id="9" name="Text 7"/>
          <p:cNvSpPr/>
          <p:nvPr/>
        </p:nvSpPr>
        <p:spPr>
          <a:xfrm>
            <a:off x="2464308" y="23774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Assembly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55948" y="271576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0540" y="237744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320540" y="23774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Anticorrosion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012180" y="271576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6772" y="237744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6176772" y="23774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8412" y="271576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33004" y="237744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8033004" y="23774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24644" y="2715768"/>
            <a:ext cx="1645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889236" y="2377440"/>
            <a:ext cx="1691640" cy="1005840"/>
          </a:xfrm>
          <a:prstGeom prst="roundRect">
            <a:avLst>
              <a:gd name="adj" fmla="val 9091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9889236" y="23774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8076" y="38404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Assembly is the internship's focus area — robots here perform spot welding, joining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dimensional verification before the body moves on to corrosion protection and paint.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" y="4800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 sensors + PLC controllers confirm correct body position at every station before a robot is allowed to weld.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Technologies on the 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systems that keep robotic welding synchronized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EAF2F5"/>
          </a:solidFill>
          <a:ln w="12700">
            <a:solidFill>
              <a:srgbClr val="D6E3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5900" y="214884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 Sensors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vehicle-body arrival &amp; correct positioning at each workstation before welding starts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EAF2F5"/>
          </a:solidFill>
          <a:ln w="12700">
            <a:solidFill>
              <a:srgbClr val="D6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7972" y="214884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2" name="Text 10"/>
          <p:cNvSpPr/>
          <p:nvPr/>
        </p:nvSpPr>
        <p:spPr>
          <a:xfrm>
            <a:off x="4347972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47872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Controllers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93592" y="352044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sensor signals, coordinate robots and conveyors, and halt production on any fault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EAF2F5"/>
          </a:solidFill>
          <a:ln w="12700">
            <a:solidFill>
              <a:srgbClr val="D6E3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0044" y="214884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210044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9944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 Displays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55664" y="352044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operators real-time status, error messages, and manual restart controls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134856" y="182880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EAF2F5"/>
          </a:solidFill>
          <a:ln w="12700">
            <a:solidFill>
              <a:srgbClr val="D6E3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72116" y="214884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72116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272016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System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17736" y="352044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body between robotic stations automatically once each stage completes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Robotic Errors Observed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faults tracked on the MQ4i welding 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956816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 sensor detection failure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691640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565392" y="1956816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69164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waiting for sensor signal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87168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752344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48716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synchronization error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2487168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65392" y="2752344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487168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communication failure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28269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13232" y="3547872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2826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 activation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282696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65392" y="3547872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282696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misalignment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07822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13232" y="4343400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07822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communication delay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4078224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65392" y="4343400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4078224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position error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873752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13232" y="5138928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87375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gate interlock activation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4873752"/>
            <a:ext cx="5394960" cy="658368"/>
          </a:xfrm>
          <a:prstGeom prst="roundRect">
            <a:avLst>
              <a:gd name="adj" fmla="val 11111"/>
            </a:avLst>
          </a:prstGeom>
          <a:solidFill>
            <a:srgbClr val="065A82">
              <a:alpha val="8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565392" y="5138928"/>
            <a:ext cx="128016" cy="128016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4873752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Welding cycle interruption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Detection &amp; Troubleshooting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five-step response engineers followed on every fault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13916" y="3063240"/>
            <a:ext cx="89611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357884" y="23774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357884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796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HMI Alert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2356" y="34290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 appears on the HMI screen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98164" y="23774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598164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894076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02636" y="34290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affected robot or sensor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38444" y="23774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838444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134356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2916" y="34290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sensor signals &amp; conveyor movement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8724" y="237744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8078724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74636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283196" y="34290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sensor, reset PLC, or reset robot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319004" y="2377440"/>
            <a:ext cx="512064" cy="512064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3" name="Text 21"/>
          <p:cNvSpPr/>
          <p:nvPr/>
        </p:nvSpPr>
        <p:spPr>
          <a:xfrm>
            <a:off x="10319004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14916" y="3063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23476" y="342900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run, then restart full production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Benefits Observed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accurate sensing and fast troubleshooting delivered on the 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EAF2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Efficiency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production, minimal interruptions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robot–sensor coordination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manufacturing speed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103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Downtime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fault identification &amp; troubleshooting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37490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production delays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46634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equipment utilization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520440" cy="3931920"/>
          </a:xfrm>
          <a:prstGeom prst="roundRect">
            <a:avLst>
              <a:gd name="adj" fmla="val 2597"/>
            </a:avLst>
          </a:prstGeom>
          <a:solidFill>
            <a:srgbClr val="EAF2F5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103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Accuracy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58200" y="28346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body positioning every cycle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58200" y="37490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welding defects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458200" y="466344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safer automation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Gained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classroom learning with real industrial practice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1B1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534924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robotics &amp; automation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Zig sensor monitoring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&amp; HMI fundamentals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automation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4709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fault identification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concepts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63640" y="182880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1B1B1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828800"/>
            <a:ext cx="534924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Skills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2697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on the shop floor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with engineers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83680" y="37033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under pressure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0" y="42062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observation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83680" y="4709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58368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safety discipline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robotics &amp; Industry 4.0 in the Body Shop are headed next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EA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built practical understanding of how robots, Zig sensors, PLCs, HMIs and conveyors work together to deliver precise, uninterrupted MQ4i body production — and sharpened my interest in intelligent manufacturing.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C7293">
              <a:alpha val="7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robotic decision-making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78892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C7293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vision-based inspection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278892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C7293">
              <a:alpha val="7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788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via IoT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C7293">
              <a:alpha val="7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31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technology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393192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C7293">
              <a:alpha val="7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3931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robots (cobots)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393192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1C7293">
              <a:alpha val="7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393192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Cloud-connected smart factories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Muthirevula Tharun Reddy  |  24691A32S8  |  MITS, Madanapalle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2026-07-26T17:15:22Z</dcterms:created>
  <dcterms:modified xsi:type="dcterms:W3CDTF">2026-07-26T17:15:22Z</dcterms:modified>
</cp:coreProperties>
</file>